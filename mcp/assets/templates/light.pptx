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CoStaff Light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7C3AED"/>
      </a:accent2>
      <a:accent3>
        <a:srgbClr val="16A34A"/>
      </a:accent3>
      <a:accent4>
        <a:srgbClr val="DC2626"/>
      </a:accent4>
      <a:accent5>
        <a:srgbClr val="CA8A04"/>
      </a:accent5>
      <a:accent6>
        <a:srgbClr val="DB2777"/>
      </a:accent6>
      <a:hlink>
        <a:srgbClr val="2563EB"/>
      </a:hlink>
      <a:folHlink>
        <a:srgbClr val="7C3AED"/>
      </a:folHlink>
    </a:clrScheme>
    <a:fontScheme name="Office">
      <a:maj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