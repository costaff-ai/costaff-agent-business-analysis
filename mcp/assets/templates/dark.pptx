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CoStaff Dark">
      <a:dk1>
        <a:srgbClr val="FFFFFF"/>
      </a:dk1>
      <a:lt1>
        <a:srgbClr val="1E293B"/>
      </a:lt1>
      <a:dk2>
        <a:srgbClr val="94A3B8"/>
      </a:dk2>
      <a:lt2>
        <a:srgbClr val="0F172A"/>
      </a:lt2>
      <a:accent1>
        <a:srgbClr val="60A5FA"/>
      </a:accent1>
      <a:accent2>
        <a:srgbClr val="A78BFA"/>
      </a:accent2>
      <a:accent3>
        <a:srgbClr val="4ADE80"/>
      </a:accent3>
      <a:accent4>
        <a:srgbClr val="F87171"/>
      </a:accent4>
      <a:accent5>
        <a:srgbClr val="FACC15"/>
      </a:accent5>
      <a:accent6>
        <a:srgbClr val="F472B6"/>
      </a:accent6>
      <a:hlink>
        <a:srgbClr val="60A5FA"/>
      </a:hlink>
      <a:folHlink>
        <a:srgbClr val="A78BFA"/>
      </a:folHlink>
    </a:clrScheme>
    <a:fontScheme name="Office">
      <a:majorFont>
        <a:latin typeface="Space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