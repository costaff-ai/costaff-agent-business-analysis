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CoStaff Corporate">
      <a:dk1>
        <a:srgbClr val="1A1A1A"/>
      </a:dk1>
      <a:lt1>
        <a:srgbClr val="F8FAFB"/>
      </a:lt1>
      <a:dk2>
        <a:srgbClr val="404040"/>
      </a:dk2>
      <a:lt2>
        <a:srgbClr val="ECF3F9"/>
      </a:lt2>
      <a:accent1>
        <a:srgbClr val="0F4C75"/>
      </a:accent1>
      <a:accent2>
        <a:srgbClr val="3F72AF"/>
      </a:accent2>
      <a:accent3>
        <a:srgbClr val="0F6E5C"/>
      </a:accent3>
      <a:accent4>
        <a:srgbClr val="C44536"/>
      </a:accent4>
      <a:accent5>
        <a:srgbClr val="DBA84A"/>
      </a:accent5>
      <a:accent6>
        <a:srgbClr val="6A4C93"/>
      </a:accent6>
      <a:hlink>
        <a:srgbClr val="0F4C75"/>
      </a:hlink>
      <a:folHlink>
        <a:srgbClr val="3F72AF"/>
      </a:folHlink>
    </a:clrScheme>
    <a:fontScheme name="Office">
      <a:majorFont>
        <a:latin typeface="Space Grotesk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anrop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